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6D4AE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4114800" cy="4114800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PROGRESS UPDATE — WORK IN PROGRESS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Koa-AI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AI companion with a real-time 3D avatar, voice in and voice out.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2020824" cy="420624"/>
          </a:xfrm>
          <a:prstGeom prst="roundRect">
            <a:avLst>
              <a:gd name="adj" fmla="val 50000"/>
            </a:avLst>
          </a:prstGeom>
          <a:solidFill>
            <a:srgbClr val="211D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06240"/>
            <a:ext cx="2020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63824" y="4206240"/>
            <a:ext cx="2404872" cy="420624"/>
          </a:xfrm>
          <a:prstGeom prst="roundRect">
            <a:avLst>
              <a:gd name="adj" fmla="val 50000"/>
            </a:avLst>
          </a:prstGeom>
          <a:solidFill>
            <a:srgbClr val="211D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4206240"/>
            <a:ext cx="2404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voice + chat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97296" y="4206240"/>
            <a:ext cx="1540764" cy="420624"/>
          </a:xfrm>
          <a:prstGeom prst="roundRect">
            <a:avLst>
              <a:gd name="adj" fmla="val 50000"/>
            </a:avLst>
          </a:prstGeom>
          <a:solidFill>
            <a:srgbClr val="211D3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97296" y="4206240"/>
            <a:ext cx="15407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VRM avatar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1A173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126480"/>
            <a:ext cx="164592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6126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Software Project</a:t>
            </a:r>
            <a:pPr algn="l" indent="0" marL="0">
              <a:buNone/>
            </a:pPr>
            <a:r>
              <a:rPr lang="en-US" sz="13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WIP Review 1 of 2  ·  06 Jun 2026   →   Final Review  ·  20 Jul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502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C9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KOA-AI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you talk to — that talks back, in its own voice, through an expressive 3D character — and runs entirely on your own machine.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583680" cy="86868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186684"/>
            <a:ext cx="438912" cy="438912"/>
          </a:xfrm>
          <a:prstGeom prst="ellipse">
            <a:avLst/>
          </a:prstGeom>
          <a:solidFill>
            <a:srgbClr val="211D3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7812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30815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by design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339242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speech-to-text and text-to-speech all run locally — no cloud, no API keys.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959352"/>
            <a:ext cx="6583680" cy="86868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4174236"/>
            <a:ext cx="438912" cy="438912"/>
          </a:xfrm>
          <a:prstGeom prst="ellipse">
            <a:avLst/>
          </a:prstGeom>
          <a:solidFill>
            <a:srgbClr val="211D3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26567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voice loop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508760" y="437997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it; it transcribes, thinks, and replies out loud as the answer streams.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4946904"/>
            <a:ext cx="6583680" cy="86868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68680" y="5161788"/>
            <a:ext cx="438912" cy="438912"/>
          </a:xfrm>
          <a:prstGeom prst="ellipse">
            <a:avLst/>
          </a:prstGeom>
          <a:solidFill>
            <a:srgbClr val="211D3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2532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5056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Embodied presence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08760" y="53675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VRM avatar gives the assistant a face and (eventually) expression.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635240" y="1691640"/>
            <a:ext cx="3913632" cy="4370832"/>
          </a:xfrm>
          <a:prstGeom prst="rect">
            <a:avLst/>
          </a:prstGeom>
          <a:solidFill>
            <a:srgbClr val="1A173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23" name="Image 3" descr="app_screensh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828800"/>
            <a:ext cx="3639312" cy="22768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0" y="420624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build — the avatar rendered in-browser with the chat console below.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Koa-AI · Work-in-Progress Review · 06 Jun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fits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502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C9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KOA-AI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200400" cy="2468880"/>
          </a:xfrm>
          <a:prstGeom prst="rect">
            <a:avLst/>
          </a:prstGeom>
          <a:solidFill>
            <a:srgbClr val="1A1730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211D3A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487168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395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32688" y="30632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Three.js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@pixiv/three-vrm avatar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mic controls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tokens &amp; audio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26280" y="2103120"/>
            <a:ext cx="2926080" cy="2468880"/>
          </a:xfrm>
          <a:prstGeom prst="rect">
            <a:avLst/>
          </a:prstGeom>
          <a:solidFill>
            <a:srgbClr val="6D4AE0"/>
          </a:solidFill>
          <a:ln w="15875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2377440"/>
            <a:ext cx="502920" cy="50292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8716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23957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394960" y="27797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00600" y="32004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voice · memory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endpoints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frontend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840480" y="3337560"/>
            <a:ext cx="685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headEnd type="triangl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1783080"/>
            <a:ext cx="3291840" cy="86868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0" y="1783080"/>
            <a:ext cx="82296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6"/>
          <p:cNvSpPr/>
          <p:nvPr/>
        </p:nvSpPr>
        <p:spPr>
          <a:xfrm>
            <a:off x="8476488" y="2007108"/>
            <a:ext cx="420624" cy="420624"/>
          </a:xfrm>
          <a:prstGeom prst="ellipse">
            <a:avLst/>
          </a:prstGeom>
          <a:solidFill>
            <a:srgbClr val="211D3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09854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52560" y="19110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 ·  llama.cpp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9052560" y="22311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 · OpenAI-style API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229600" y="2898648"/>
            <a:ext cx="3291840" cy="86868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0" y="2898648"/>
            <a:ext cx="82296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Shape 21"/>
          <p:cNvSpPr/>
          <p:nvPr/>
        </p:nvSpPr>
        <p:spPr>
          <a:xfrm>
            <a:off x="8476488" y="3122676"/>
            <a:ext cx="420624" cy="420624"/>
          </a:xfrm>
          <a:prstGeom prst="ellipse">
            <a:avLst/>
          </a:prstGeom>
          <a:solidFill>
            <a:srgbClr val="211D3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3214116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52560" y="30266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Speech-to-Text  ·  Whisper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052560" y="33467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microphone audio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229600" y="4014216"/>
            <a:ext cx="3291840" cy="86868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229600" y="4014216"/>
            <a:ext cx="82296" cy="8686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2" name="Shape 26"/>
          <p:cNvSpPr/>
          <p:nvPr/>
        </p:nvSpPr>
        <p:spPr>
          <a:xfrm>
            <a:off x="8476488" y="4238244"/>
            <a:ext cx="420624" cy="420624"/>
          </a:xfrm>
          <a:prstGeom prst="ellipse">
            <a:avLst/>
          </a:prstGeom>
          <a:solidFill>
            <a:srgbClr val="211D3A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4329684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052560" y="4142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Text-to-Speech  ·  Piper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9052560" y="4462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replies, sentence by sentence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229600" y="5129784"/>
            <a:ext cx="3291840" cy="86868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229600" y="5129784"/>
            <a:ext cx="82296" cy="86868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8" name="Shape 31"/>
          <p:cNvSpPr/>
          <p:nvPr/>
        </p:nvSpPr>
        <p:spPr>
          <a:xfrm>
            <a:off x="8476488" y="5353812"/>
            <a:ext cx="420624" cy="420624"/>
          </a:xfrm>
          <a:prstGeom prst="ellipse">
            <a:avLst/>
          </a:prstGeom>
          <a:solidFill>
            <a:srgbClr val="211D3A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5445252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05256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 ·  SQLite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9052560" y="5577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conversation history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7452360" y="3337560"/>
            <a:ext cx="77724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640080" y="4983480"/>
            <a:ext cx="6812280" cy="868680"/>
          </a:xfrm>
          <a:prstGeom prst="roundRect">
            <a:avLst>
              <a:gd name="adj" fmla="val 10526"/>
            </a:avLst>
          </a:prstGeom>
          <a:solidFill>
            <a:srgbClr val="10261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868680" y="5193792"/>
            <a:ext cx="457200" cy="457200"/>
          </a:xfrm>
          <a:prstGeom prst="ellipse">
            <a:avLst/>
          </a:prstGeom>
          <a:solidFill>
            <a:srgbClr val="211D3A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5294376"/>
            <a:ext cx="256032" cy="25603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463040" y="49834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one machine.  </a:t>
            </a:r>
            <a:pPr algn="l" indent="0" marL="0">
              <a:buNone/>
            </a:pPr>
            <a:r>
              <a:rPr lang="en-US" sz="13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services, no data leaves the device.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Koa-AI · Work-in-Progress Review · 06 Jun 2026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MILESTONES REACHED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working so far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502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C9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KOA-AI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212080" cy="123444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82296" cy="12344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4767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backend stood up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2677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with clean LLM / audio / memory / animation services.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182112"/>
            <a:ext cx="5212080" cy="123444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3182112"/>
            <a:ext cx="82296" cy="12344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3814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3467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streaming chat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08760" y="3758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stream token-by-token from a local Llama 3.2 model.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672584"/>
            <a:ext cx="5212080" cy="123444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4672584"/>
            <a:ext cx="82296" cy="12344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2861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8371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voice loop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08760" y="52486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transcribes speech; Piper speaks replies sentence-by-sentence as they generate.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09360" y="1691640"/>
            <a:ext cx="5212080" cy="123444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09360" y="1691640"/>
            <a:ext cx="82296" cy="12344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4767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1856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avatar renders in-browser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178040" y="22677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VRM character loads with Three.js; animation assets (Idle, Taunt) wired in.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309360" y="3182112"/>
            <a:ext cx="5212080" cy="123444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309360" y="3182112"/>
            <a:ext cx="82296" cy="12344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438144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78040" y="33467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memory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178040" y="37581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saved to a SQLite store across sessions.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309360" y="4672584"/>
            <a:ext cx="5212080" cy="123444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309360" y="4672584"/>
            <a:ext cx="82296" cy="1234440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928616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78040" y="48371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locally on macOS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7178040" y="52486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wired up and chat verified end-to-end during this review.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Koa-AI · Work-in-Progress Review · 06 Jun 2026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 of the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502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C9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KOA-AI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400800" cy="4103370"/>
          </a:xfrm>
          <a:prstGeom prst="rect">
            <a:avLst/>
          </a:prstGeom>
          <a:solidFill>
            <a:srgbClr val="1A1730"/>
          </a:solidFill>
          <a:ln w="15875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app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6126480" cy="3829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1329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local build — avatar + chat console (avatar shown in default T-pose: the animation layer is still being wired in).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18120" y="1737360"/>
            <a:ext cx="3730752" cy="1078992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18120" y="1737360"/>
            <a:ext cx="82296" cy="10789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184708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9601200" y="184708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zero cloud calls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18120" y="3063240"/>
            <a:ext cx="3730752" cy="1078992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818120" y="3063240"/>
            <a:ext cx="82296" cy="10789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0" y="317296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3B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9601200" y="31729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Llama model, on-device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818120" y="4389120"/>
            <a:ext cx="3730752" cy="1078992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18120" y="4389120"/>
            <a:ext cx="82296" cy="10789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0" y="44988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9601200" y="449884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integrated (LLM·STT·TTS·DB)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Koa-AI · Work-in-Progress Review · 06 Jun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— STILL WIP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problems we're working through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502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C9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KOA-AI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881360" cy="82296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72768"/>
            <a:ext cx="82296" cy="822960"/>
          </a:xfrm>
          <a:prstGeom prst="rect">
            <a:avLst/>
          </a:prstGeom>
          <a:solidFill>
            <a:srgbClr val="F5B5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8249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 packaging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12080" y="1664208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build is Windows-only (.exe launchers for the LLM, Whisper &amp; Piper). Porting the runtime to macOS / Linux is in progress.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505456"/>
            <a:ext cx="10881360" cy="82296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505456"/>
            <a:ext cx="82296" cy="822960"/>
          </a:xfrm>
          <a:prstGeom prst="rect">
            <a:avLst/>
          </a:prstGeom>
          <a:solidFill>
            <a:srgbClr val="F5B5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7523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6151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isn't context-aware yet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212080" y="2596896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saved to SQLite but not yet fed back into the prompt — so the AI doesn't truly 'remember' within a chat.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438144"/>
            <a:ext cx="10881360" cy="82296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438144"/>
            <a:ext cx="82296" cy="822960"/>
          </a:xfrm>
          <a:prstGeom prst="rect">
            <a:avLst/>
          </a:prstGeom>
          <a:solidFill>
            <a:srgbClr val="F5B5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68503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54787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Avatar is static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212080" y="3529584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service is currently a stub; idle motion, lip-sync and emotion-driven gestures are not hooked up.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370832"/>
            <a:ext cx="10881360" cy="82296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4370832"/>
            <a:ext cx="82296" cy="822960"/>
          </a:xfrm>
          <a:prstGeom prst="rect">
            <a:avLst/>
          </a:prstGeom>
          <a:solidFill>
            <a:srgbClr val="F5B54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1772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480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Reproducible setup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212080" y="446227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manifest or model bundling yet — getting it running takes manual steps.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solidFill>
            <a:srgbClr val="1A1730"/>
          </a:solidFill>
          <a:ln/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0080" y="5303520"/>
            <a:ext cx="82296" cy="822960"/>
          </a:xfrm>
          <a:prstGeom prst="rect">
            <a:avLst/>
          </a:prstGeom>
          <a:solidFill>
            <a:srgbClr val="F5B544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50408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17320" y="54132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robustness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5212080" y="539496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assumes a clean 16 kHz mono input; real mic audio needs a conversion step (e.g. ffmpeg).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Koa-AI · Work-in-Progress Review · 06 Jun 2026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TO FINAL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go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502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C97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KOA-AI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3611880"/>
            <a:ext cx="923544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3493008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E0B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WIP Review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980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 running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3493008"/>
            <a:ext cx="0" cy="118872"/>
          </a:xfrm>
          <a:prstGeom prst="line">
            <a:avLst/>
          </a:prstGeom>
          <a:noFill/>
          <a:ln w="12700">
            <a:solidFill>
              <a:srgbClr val="22D3E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3028" y="349300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E0B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75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5750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57500" y="46451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 runtime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easy setup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71900" y="3611880"/>
            <a:ext cx="0" cy="384048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961888" y="349300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E0B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memory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27980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history back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prompt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3493008"/>
            <a:ext cx="0" cy="118872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270748" y="349300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E0B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52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7522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Living avatar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75220" y="46451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motion, lip-sync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expressions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89620" y="3611880"/>
            <a:ext cx="0" cy="384048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579608" y="3493008"/>
            <a:ext cx="237744" cy="237744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E0B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JUL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84080" y="2450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Review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84080" y="279806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demo-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companion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698480" y="3493008"/>
            <a:ext cx="0" cy="118872"/>
          </a:xfrm>
          <a:prstGeom prst="line">
            <a:avLst/>
          </a:prstGeom>
          <a:noFill/>
          <a:ln w="12700">
            <a:solidFill>
              <a:srgbClr val="2DD4BF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A1730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5989320"/>
            <a:ext cx="164592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5989320"/>
            <a:ext cx="11338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C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20 Jul:  </a:t>
            </a:r>
            <a:pPr algn="l" indent="0" marL="0">
              <a:buNone/>
            </a:pPr>
            <a:r>
              <a:rPr lang="en-US" sz="1400" dirty="0">
                <a:solidFill>
                  <a:srgbClr val="9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'core loop works' to a polished, expressive companion that remembers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Koa-AI — Project Progress Update</dc:title>
  <dc:subject>PptxGenJS Presentation</dc:subject>
  <dc:creator>Koa-AI Team</dc:creator>
  <cp:lastModifiedBy>Koa-AI Team</cp:lastModifiedBy>
  <cp:revision>1</cp:revision>
  <dcterms:created xsi:type="dcterms:W3CDTF">2026-06-04T11:58:05Z</dcterms:created>
  <dcterms:modified xsi:type="dcterms:W3CDTF">2026-06-04T11:58:05Z</dcterms:modified>
</cp:coreProperties>
</file>